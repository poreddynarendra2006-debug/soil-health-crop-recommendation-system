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55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4CAF50">
              <a:alpha val="30000"/>
            </a:srgbClr>
          </a:solidFill>
          <a:ln w="12700">
            <a:solidFill>
              <a:srgbClr val="4CAF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Crop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Crop Recommendation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+ FastAPI Backend + Machine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Presented By:</a:t>
            </a:r>
          </a:p>
          <a:p>
            <a:r>
              <a:rPr lang="en-IN" sz="1600" dirty="0">
                <a:solidFill>
                  <a:schemeClr val="bg2"/>
                </a:solidFill>
              </a:rPr>
              <a:t>Sree Sai Surya Vinay </a:t>
            </a:r>
          </a:p>
          <a:p>
            <a:r>
              <a:rPr lang="fi-FI" sz="1600" dirty="0">
                <a:solidFill>
                  <a:schemeClr val="bg2"/>
                </a:solidFill>
              </a:rPr>
              <a:t>G.V.R.Shanmukha Sai</a:t>
            </a:r>
          </a:p>
          <a:p>
            <a:r>
              <a:rPr lang="en-IN" sz="1600" dirty="0">
                <a:solidFill>
                  <a:schemeClr val="bg2"/>
                </a:solidFill>
              </a:rPr>
              <a:t>P.Narendra Reddy</a:t>
            </a:r>
          </a:p>
          <a:p>
            <a:r>
              <a:rPr lang="en-IN" sz="1600" dirty="0">
                <a:solidFill>
                  <a:schemeClr val="bg2"/>
                </a:solidFill>
              </a:rPr>
              <a:t>A.Charukesh</a:t>
            </a:r>
            <a:endParaRPr lang="en-US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Farmers face critical challenges when choosing the right crop for their land: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23444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Wrong Crop Selection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30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</a:rPr>
              <a:t>Choosing unsuitable crops leads to poor yield and financial loss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114800" cy="123444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Soil Ignorance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130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</a:rPr>
              <a:t>Most farmers are unaware of their soil's NPK composition and pH levels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123444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🌦️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Climate Mismatch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5935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</a:rPr>
              <a:t>Ignoring temperature, humidity and rainfall causes crop failure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114800" cy="123444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28032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Economic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935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</a:rPr>
              <a:t>Incorrect decisions cost farmers significant money and time every season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D6A7"/>
                </a:solidFill>
              </a:rPr>
              <a:t>To build an intelligent mobile application that recommends the most suitable crop based on real soil and climate data using Machine Learning.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965960"/>
            <a:ext cx="749808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Collect soil parameters (N, P, K, pH) and climate data (temperature, humidity, rainfall)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679192"/>
            <a:ext cx="749808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34440" y="267919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Use a trained Random Forest ML model to predict the best crop with high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92424"/>
            <a:ext cx="749808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34440" y="339242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Deliver predictions via a FastAPI backend connected to an Android mobile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05656"/>
            <a:ext cx="50292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4105656"/>
            <a:ext cx="7498080" cy="502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34440" y="410565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Provide growing tips and share results to assist farmers in decision making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3B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56032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Android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56032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Kotlin + MVVM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Retrofit + OkHttp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Material Design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Input Form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Result Screen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FastAPI 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1645920"/>
            <a:ext cx="256032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Python FastAPI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Pydantic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CORS Middleware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REST API /predict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566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JSON Response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143000"/>
            <a:ext cx="2560320" cy="5029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ML Model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645920"/>
            <a:ext cx="256032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3796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194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22 Crop Classes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108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7 Input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566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▸ </a:t>
            </a:r>
            <a:r>
              <a:rPr lang="en-US" sz="1200" dirty="0">
                <a:solidFill>
                  <a:srgbClr val="212121"/>
                </a:solidFill>
              </a:rPr>
              <a:t>Pickle Serialized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2468880"/>
            <a:ext cx="502920" cy="0"/>
          </a:xfrm>
          <a:prstGeom prst="line">
            <a:avLst/>
          </a:prstGeom>
          <a:noFill/>
          <a:ln w="317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834640" y="2148840"/>
            <a:ext cx="548640" cy="685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57575"/>
                </a:solidFill>
              </a:rPr>
              <a:t>HTTP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57575"/>
                </a:solidFill>
              </a:rPr>
              <a:t>POST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97880" y="2468880"/>
            <a:ext cx="50292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829300" y="21579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57575"/>
                </a:solidFill>
              </a:rPr>
              <a:t>predict()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8595360" cy="41148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11480" y="43434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</a:rPr>
              <a:t>🔗  Network Tunnel: ngrok exposes the local FastAPI server via a public HTTPS URL accessible from any network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4564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+ Android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Android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MVVM + LiveData + ViewModel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separation of concerns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2 + OkHttp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communication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Design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Android UI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RandomForest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prediction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Pickle (.pkl)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model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ngrok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local server publicly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3"/>
          <p:cNvSpPr/>
          <p:nvPr/>
        </p:nvSpPr>
        <p:spPr>
          <a:xfrm>
            <a:off x="36576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774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Purpose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38328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🤖  Model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</a:rPr>
              <a:t>Algorithm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Random Forest Classifier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</a:rPr>
              <a:t>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scikit-learn (Python)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Crop Recommendation CSV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</a:rPr>
              <a:t>Training Split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337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80% Train / 20% 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57575"/>
                </a:solidFill>
              </a:rPr>
              <a:t>Output Classes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886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22 crop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338328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</a:rPr>
              <a:t>📥  Input Features (7)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719072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66360" y="16733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N — Nitrogen (mg/kg)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214884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663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P — Phosphorus (mg/kg)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578608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66360" y="2532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K — Potassium (mg/kg)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008376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66360" y="296265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Temperature (°C)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438144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66360" y="3392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Humidity (%)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867912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66360" y="3822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pH Value (0–14)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429768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6636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Rainfall (mm)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516915"/>
            <a:ext cx="850392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Model Accuracy: ~99% on test dataset  |  Supports 22 crop types including Rice, Wheat, Maize, Coffee, Mango and more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Splash Screen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Animated logo with smooth transition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Input 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904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7 soil &amp; climate parameters with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430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Prediction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5877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Real-time ML crop recommendation via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4884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5877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Crop emoji, description &amp; soil summary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430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Growing Tips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685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Expert advice for the recommended crop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246120"/>
            <a:ext cx="4160520" cy="91440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3246120"/>
            <a:ext cx="64008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4864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 Feature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685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Share results via WhatsApp, email &amp; more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3B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</a:rPr>
              <a:t>22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Crops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Supported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8288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11704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</a:rPr>
              <a:t>99%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8288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11704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82880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18288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11704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</a:rPr>
              <a:t>&lt;2s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</a:rPr>
              <a:t>Response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</a:rPr>
              <a:t>Sample Test Cases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72799"/>
              </p:ext>
            </p:extLst>
          </p:nvPr>
        </p:nvGraphicFramePr>
        <p:xfrm>
          <a:off x="365760" y="278892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🌾 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🌽 Maize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🍌 Banana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 Coffee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🥥 Coconut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Coconut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6576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Crop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19456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9184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8912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0" y="2834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83680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 ✓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4008" cy="62179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F00"/>
                </a:solidFill>
              </a:rPr>
              <a:t>⚠ Network Connectivity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✔ Used ngrok to tunnel local FastAPI server over HTTPS, bypassing institutional WiFi port restrictions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64008" cy="62179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F00"/>
                </a:solidFill>
              </a:rPr>
              <a:t>⚠ API Format Mismatch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✔ Migrated from query parameters to JSON body using Pydantic model on backend and @Body in Retrofit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64008" cy="62179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F00"/>
                </a:solidFill>
              </a:rPr>
              <a:t>⚠ Emulator 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✔ Switched to physical device testing via WiFi debugging, dramatically reducing build + test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64008" cy="62179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F00"/>
                </a:solidFill>
              </a:rPr>
              <a:t>⚠ Text Visibility on 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✔ Explicitly set textColor, hintTextColor, and boxBackgroundColor in all TextInputLayout fields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64008" cy="621792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F00"/>
                </a:solidFill>
              </a:rPr>
              <a:t>⚠ Model Overconfidence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✔ Documented known edge cases (pH insensitivity, extreme values) as model limitations for future 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Full-stack mobile app with ML-powered 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92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Real-time crop prediction with 99%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682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Clean MVVM architecture with Retrofit networking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8437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Validated with 22 crop types from real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D6A7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182880" cy="18288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Deploy backend to cloud (AWS / Render)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938528"/>
            <a:ext cx="182880" cy="18288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18928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Add soil test image upload via camera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414016"/>
            <a:ext cx="182880" cy="18288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0" y="2368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Multi-language support for farmers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9504"/>
            <a:ext cx="182880" cy="18288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0" y="2843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Offline mode with on-device ML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You! 🌾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6A7"/>
                </a:solidFill>
              </a:rPr>
              <a:t>Questions &amp; Feedback Welcome  |  GitHub: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3B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AA"/>
                </a:solidFill>
              </a:rPr>
              <a:t>Crop AI — Soil Health Crop Recommendation System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854</Words>
  <Application>Microsoft Office PowerPoint</Application>
  <PresentationFormat>On-screen Show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AI - Soil Health Crop Recommendation System</dc:title>
  <dc:subject>PptxGenJS Presentation</dc:subject>
  <dc:creator>Narendra Poreddy</dc:creator>
  <cp:lastModifiedBy>Narendra Poreddy</cp:lastModifiedBy>
  <cp:revision>4</cp:revision>
  <dcterms:created xsi:type="dcterms:W3CDTF">2026-04-09T15:27:11Z</dcterms:created>
  <dcterms:modified xsi:type="dcterms:W3CDTF">2026-04-09T15:49:13Z</dcterms:modified>
</cp:coreProperties>
</file>